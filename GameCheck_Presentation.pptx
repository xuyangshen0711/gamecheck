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5F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1C8FA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828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0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B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CS5610 PROJECT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GameCheck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 game session tracking platform for casual game groups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Xuyang Shen</a:t>
            </a:r>
            <a:pPr indent="0" marL="0">
              <a:buNone/>
            </a:pPr>
            <a:r>
              <a:rPr lang="en-US" sz="14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Game Library &amp; Session Logging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Gaoyuan Shi</a:t>
            </a:r>
            <a:pPr indent="0" marL="0">
              <a:buNone/>
            </a:pPr>
            <a:r>
              <a:rPr lang="en-US" sz="14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Player Statistics &amp; History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&amp; 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64008"/>
          </a:xfrm>
          <a:prstGeom prst="rect">
            <a:avLst/>
          </a:prstGeom>
          <a:solidFill>
            <a:srgbClr val="B74B3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74B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game nights, players forget which games were played, who participated, and who won each round.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 this information disappears, making it impossible to track statistics, discover favorite games, or remember memorable sessions.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A7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spreadsheets is tedious and relying on memory is unreliable.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3931920" cy="64008"/>
          </a:xfrm>
          <a:prstGeom prst="rect">
            <a:avLst/>
          </a:prstGeom>
          <a:solidFill>
            <a:srgbClr val="1C8FA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8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19659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GameCheck is a web application where users can: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game sessions with players, winners, and dates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 personal game library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statistics like win rates and streaks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head-to-head records between players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with Passport for secure access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Personas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25880"/>
            <a:ext cx="685800" cy="685800"/>
          </a:xfrm>
          <a:prstGeom prst="ellipse">
            <a:avLst/>
          </a:prstGeom>
          <a:solidFill>
            <a:srgbClr val="1C8FA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2527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Alex  -  Casual Host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45920" y="16002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organizes game nights with friends. Wants an easy way to log games and track winners without maintaining spreadsheets.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2560320"/>
            <a:ext cx="685800" cy="685800"/>
          </a:xfrm>
          <a:prstGeom prst="ellipse">
            <a:avLst/>
          </a:prstGeom>
          <a:solidFill>
            <a:srgbClr val="295F7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974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48716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Jordan  -  Competitive Player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645920" y="28346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Enjoys analyzing performance and comparing results. Wants statistics like win rates, streaks, and head-to-head records.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3794760"/>
            <a:ext cx="685800" cy="685800"/>
          </a:xfrm>
          <a:prstGeom prst="ellipse">
            <a:avLst/>
          </a:prstGeom>
          <a:solidFill>
            <a:srgbClr val="17324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319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372160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Taylor  -  Game Collector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645920" y="40690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 large collection of board games. Wants to track which games get played most often and how different groups respond.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1371600"/>
          </a:xfrm>
          <a:prstGeom prst="rect">
            <a:avLst/>
          </a:prstGeom>
          <a:solidFill>
            <a:srgbClr val="295F7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19 + Vite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1732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PropTypes, component-scoped CSS, fetch API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931920" cy="1371600"/>
          </a:xfrm>
          <a:prstGeom prst="rect">
            <a:avLst/>
          </a:prstGeom>
          <a:solidFill>
            <a:srgbClr val="295F7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830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150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+ Express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71500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ES modules, input validation, error handling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AUTH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657600"/>
            <a:ext cx="3931920" cy="1097280"/>
          </a:xfrm>
          <a:prstGeom prst="rect">
            <a:avLst/>
          </a:prstGeom>
          <a:solidFill>
            <a:srgbClr val="295F7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404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 Atlas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37160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driver, 3 collections (games, sessions, users)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54880" y="3657600"/>
            <a:ext cx="3931920" cy="1097280"/>
          </a:xfrm>
          <a:prstGeom prst="rect">
            <a:avLst/>
          </a:prstGeom>
          <a:solidFill>
            <a:srgbClr val="295F7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84048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6928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Passport.js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66928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strategy, scrypt hashing, persistent sessions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1C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XUYANG SHEN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Library &amp; Session Logging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3474720"/>
          </a:xfrm>
          <a:prstGeom prst="rect">
            <a:avLst/>
          </a:prstGeom>
          <a:solidFill>
            <a:srgbClr val="1C8FA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Library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0116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board games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name, category, player count, description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search by name or category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protection if sessions reference the game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validation with detailed error messages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280160"/>
            <a:ext cx="73152" cy="3474720"/>
          </a:xfrm>
          <a:prstGeom prst="rect">
            <a:avLst/>
          </a:prstGeom>
          <a:solidFill>
            <a:srgbClr val="295F7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630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Logging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074920" y="20116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game sessions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game, date, players, winner, and notes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sessions by game or player name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autocomplete from session history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date (newest first) with debounced filters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1C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GAOYUAN SHI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Player Statistics &amp; History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08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 Rates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80160" y="1920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win rate calculation per player across all sessions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002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508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Played Games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577840" y="1920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of games by session count with last-played dates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29718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918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 Streaks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80160" y="3611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and longest win streaks for every player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754880" y="29718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918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Head-to-Head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577840" y="3611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records between players with meeting counts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57200" y="4663440"/>
            <a:ext cx="8229600" cy="73152"/>
          </a:xfrm>
          <a:prstGeom prst="rect">
            <a:avLst/>
          </a:prstGeom>
          <a:solidFill>
            <a:srgbClr val="1C8FA0">
              <a:alpha val="6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with Passport.js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" cy="548640"/>
          </a:xfrm>
          <a:prstGeom prst="ellipse">
            <a:avLst/>
          </a:prstGeom>
          <a:solidFill>
            <a:srgbClr val="1C8FA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361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validated, password hashed with scrypt, stored in users collection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48640" cy="548640"/>
          </a:xfrm>
          <a:prstGeom prst="ellipse">
            <a:avLst/>
          </a:prstGeom>
          <a:solidFill>
            <a:srgbClr val="1C8FA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4505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local strategy verifies credentials, creates persistent server-side session via connect-mongo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rgbClr val="1C8FA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30175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Protected Routes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3649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/api/games, /api/sessions, and /api/stats endpoints require authentication middleware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48640" cy="548640"/>
          </a:xfrm>
          <a:prstGeom prst="ellipse">
            <a:avLst/>
          </a:prstGeom>
          <a:solidFill>
            <a:srgbClr val="1C8FA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Handling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2793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HTTP-only cookies, 7-day expiry, automatic 401 redirect on expiration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&amp; Deployment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A7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COLLECTIONS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8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synthetic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8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synthetic records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8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data + hashed passwords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A7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645920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2356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 (Free Tier)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29200" y="21945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service serves both API and React build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for cloud database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for secrets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endpoint at /api/health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render.yaml for blueprint deployment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A7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617720"/>
            <a:ext cx="1920240" cy="45720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1,050+  </a:t>
            </a:r>
            <a:pPr algn="ctr" indent="0" marL="0">
              <a:buNone/>
            </a:pPr>
            <a:r>
              <a:rPr lang="en-US" sz="1100" dirty="0">
                <a:solidFill>
                  <a:srgbClr val="B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Records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2606040" y="4617720"/>
            <a:ext cx="1920240" cy="45720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22" name="Text 19"/>
          <p:cNvSpPr/>
          <p:nvPr/>
        </p:nvSpPr>
        <p:spPr>
          <a:xfrm>
            <a:off x="260604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 </a:t>
            </a:r>
            <a:pPr algn="ctr" indent="0" marL="0">
              <a:buNone/>
            </a:pPr>
            <a:r>
              <a:rPr lang="en-US" sz="1100" dirty="0">
                <a:solidFill>
                  <a:srgbClr val="B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754880" y="4617720"/>
            <a:ext cx="1920240" cy="45720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ctr" indent="0" marL="0">
              <a:buNone/>
            </a:pPr>
            <a:r>
              <a:rPr lang="en-US" sz="1100" dirty="0">
                <a:solidFill>
                  <a:srgbClr val="B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Collections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903720" y="4617720"/>
            <a:ext cx="1920240" cy="45720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26" name="Text 23"/>
          <p:cNvSpPr/>
          <p:nvPr/>
        </p:nvSpPr>
        <p:spPr>
          <a:xfrm>
            <a:off x="690372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ctr" indent="0" marL="0">
              <a:buNone/>
            </a:pPr>
            <a:r>
              <a:rPr lang="en-US" sz="1100" dirty="0">
                <a:solidFill>
                  <a:srgbClr val="B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295F7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968496"/>
            <a:ext cx="9144000" cy="54864"/>
          </a:xfrm>
          <a:prstGeom prst="rect">
            <a:avLst/>
          </a:prstGeom>
          <a:solidFill>
            <a:srgbClr val="1C8FA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8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gamecheck-ro7u.onrender.com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Xuyang Shen  &amp;  Gaoyuan Shi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CS5610 Web Development  |  Spring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GameCheck - CS5610 Project 3</dc:title>
  <dc:subject>PptxGenJS Presentation</dc:subject>
  <dc:creator>Xuyang Shen &amp; Gaoyuan Shi</dc:creator>
  <cp:lastModifiedBy>Xuyang Shen &amp; Gaoyuan Shi</cp:lastModifiedBy>
  <cp:revision>1</cp:revision>
  <dcterms:created xsi:type="dcterms:W3CDTF">2026-03-19T15:09:11Z</dcterms:created>
  <dcterms:modified xsi:type="dcterms:W3CDTF">2026-03-19T15:09:11Z</dcterms:modified>
</cp:coreProperties>
</file>